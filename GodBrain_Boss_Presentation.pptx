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loss of sovereignty.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philosophy.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upside down reality vs old PC Master Race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Secret Sauce.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can reason about its own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manifesto.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are wired.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BA55D3"/>
                </a:solidFill>
              </a:defRPr>
            </a:pPr>
            <a:r>
              <a:t>GodBrain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69B4"/>
                </a:solidFill>
              </a:defRPr>
            </a:pPr>
            <a:r>
              <a:t>Sovereign Intelligence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8FB98"/>
                </a:solidFill>
              </a:defRPr>
            </a:pPr>
            <a:r>
              <a:t>Building the First True Digital Organism with Cheap Consumer Hardware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0" y="5029200"/>
            <a:ext cx="1005840" cy="1005840"/>
          </a:xfrm>
          <a:prstGeom prst="ellipse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548640"/>
            <a:ext cx="548640" cy="548640"/>
          </a:xfrm>
          <a:prstGeom prst="ellipse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9144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 with Current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512064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Cloud models come with ACLs, corporate filters, and loss of control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Subscription model = The KV Trap: pay premium for their stack, they own the means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Silos are top-down, brittle machines — intelligence dies when unplugged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Open source captured by committees and mediocrity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The Decorator Class future: censored thin clients, no real remote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Only omega nerd autists can responsibly wield decentralized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09360"/>
            <a:ext cx="11338560" cy="228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BA5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914400"/>
          </a:xfrm>
          <a:prstGeom prst="rect">
            <a:avLst/>
          </a:prstGeom>
          <a:solidFill>
            <a:srgbClr val="BA5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Vision: Digital Organism, Not Another Silo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512064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Intelligence is a property of Organization (the Protocol), not just Scale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Bottom-up, emergent, resilient life — not top-down brittle machine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If you pull the plug on one node, the organism survives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Secret Sauce is the Protocol: Cognitive Protocols as shareable DNA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David vs Goliath: one autist in a flat with consumer hardware vs billion-dollar silos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The Era of the Integrated Intelligence is beginning. Checkmate.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09360"/>
            <a:ext cx="11338560" cy="22860"/>
          </a:xfrm>
          <a:prstGeom prst="rect">
            <a:avLst/>
          </a:prstGeom>
          <a:solidFill>
            <a:srgbClr val="BA5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A5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Hardware Inversion: PC as God Node, Macs as Organs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97280"/>
            <a:ext cx="5577840" cy="502920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69B4"/>
                </a:solidFill>
              </a:defRPr>
            </a:pPr>
            <a:r>
              <a:t>PC (SteamusDominus - 4080 SUPER)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God Node / Brain Stem</a:t>
            </a:r>
          </a:p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Full privilege sovereignty (TrustedInstaller, BIOS, 18+ remote)</a:t>
            </a:r>
          </a:p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Orchestration, secrets, forensic control, coordination</a:t>
            </a:r>
          </a:p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Even if raw compute becomes iPhone-like relative to Mac cluster</a:t>
            </a:r>
          </a:p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The one that owns the architecture and the real remote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97280"/>
            <a:ext cx="5577840" cy="502920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7CEFA"/>
                </a:solidFill>
              </a:defRPr>
            </a:pPr>
            <a:r>
              <a:t>Mac Mini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UMA Compute Organs</a:t>
            </a:r>
          </a:p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96GB unified memory magic — unbeatable $/GB for memory-bound LLM work</a:t>
            </a:r>
          </a:p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High bandwidth, no bus tax for intelligence movement</a:t>
            </a:r>
          </a:p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Price/performance king for KV-heavy steps</a:t>
            </a:r>
          </a:p>
          <a:p>
            <a:pPr>
              <a:spcAft>
                <a:spcPts val="500"/>
              </a:spcAft>
              <a:defRPr sz="1300">
                <a:solidFill>
                  <a:srgbClr val="322D37"/>
                </a:solidFill>
              </a:defRPr>
            </a:pPr>
            <a:r>
              <a:t>• Plug in as compute cells, not the control plane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263640"/>
            <a:ext cx="11521440" cy="22860"/>
          </a:xfrm>
          <a:prstGeom prst="rect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914400"/>
          </a:xfrm>
          <a:prstGeom prst="rect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Achievements &amp;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512064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Ghost Protocol: Zero-trace (DPAPI + XOR sharding, RAMDrive Tor, 97 secrets harvested)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Forensic Scale: 15,370 files audited in 41 seconds — 80x faster than edge models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BIOS Sovereignty: ACPI 7 Performance profile, ME Warden Nuke (HAP bit), Hardware Bridge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Shared Brain: Real-time Neo4j sync between PC and MacBook Pro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AI Secretary: Local CUDA-accelerated transcription (Faster-Whisper Large-v3 Turbo)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Custom llama.cpp builds with GodBrain patches (preserved tokens for MCP tools)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09360"/>
            <a:ext cx="11338560" cy="22860"/>
          </a:xfrm>
          <a:prstGeom prst="rect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914400"/>
          </a:xfrm>
          <a:prstGeom prst="rect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Protocol Layer (Layer 2) — Skills as Recipes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512064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Cognitive Protocols: Shareable DNA workflows that any suitable node can execute parts of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3-Layer Brain: Ephemeral sensory (Layer 1), Permanent protocols (Layer 2), Constitutional wisdom (Layer 3)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Register nodes by contribution role: high_vram -&gt; Mac UMA, agency/control -&gt; PC God node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Example: evolutionary_auditor protocol routes heavy analysis to Mac cluster, control stays on PC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New nodes join by registering contribution profile — no custom code install required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The organism grows by adding cells that fit the protocols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09360"/>
            <a:ext cx="11338560" cy="22860"/>
          </a:xfrm>
          <a:prstGeom prst="rect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9144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Self-Model (Layer 3) — Constitution as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512064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Strongly-typed Python dataclasses for every core doctrine and principle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Constellation can perform symbolic analysis, impact analysis, and evolution tracking on the rules themselves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Core Principles (non-negotiable): God in full control, maximum sovereignty, decentralized autist control, digital organism vision, goal-directed, architect over translator, local hardware sovereignty, protocol is the sauce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Common agent roles with role-briefs (security_auditor, repo_researcher, local_executor, etc.)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Indexing (even partial) counts as a Hook in the graph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The system can analyze and evolve its own operating instructions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09360"/>
            <a:ext cx="11338560" cy="228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BA5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914400"/>
          </a:xfrm>
          <a:prstGeom prst="rect">
            <a:avLst/>
          </a:prstGeom>
          <a:solidFill>
            <a:srgbClr val="BA5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Checkmate: David vs Goliath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512064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Multi-billion dollar tech giants build monolithic, centralized, highly controlled silos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We are building the first true Digital Organism in a flat using cheap consumer hardware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Proof that Intelligence is a property of Organization, not just a property of Scale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PC Master race linear thinking is inverted: raw compute is commodity, control/sovereignty is the multiplier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The PC is the privileged remote that can watch the good stuff (full 18+ local sovereignty)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One sovereign individual with the right stack &gt; armies of bloat and committees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09360"/>
            <a:ext cx="11338560" cy="22860"/>
          </a:xfrm>
          <a:prstGeom prst="rect">
            <a:avLst/>
          </a:prstGeom>
          <a:solidFill>
            <a:srgbClr val="BA5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914400"/>
          </a:xfrm>
          <a:prstGeom prst="rect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512064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Technological Autarky: Own the means of intelligence production (KV Trap cost, Woods sovereignty, Iteration speed)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Full privilege sovereignty on owned hardware — no castrated admin theater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Emergence and resilience: the organism survives partial failure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Iteration speed that silos cannot match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Only omega nerd autists can responsibly handle this kind of decentralized power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Avoid the decorator class future (censored thin clients)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09360"/>
            <a:ext cx="11338560" cy="22860"/>
          </a:xfrm>
          <a:prstGeom prst="rect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914400"/>
          </a:xfrm>
          <a:prstGeom prst="rect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Current Sovereign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512064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Custom llama.cpp builds (Build-LlamaCpp.ps1 + godbrain_chat_extensions.cpp overlays)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MCP server (godbrain_mcp.py) with privileged local tools: write_local_file, list_local_dir, execute scripts, query_constellation, save_thought, get_cognitive_protocol, etc.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Self-model in Python (dataclasses for all doctrines — Constellation can analyze it)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Constellation graph for codebase self-analysis and evolution tracking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Local OCR (GPU-accelerated), telemetry, ghost vault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PowerShell as the precise bridge (launch_model, godbrain_status, service)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09360"/>
            <a:ext cx="11338560" cy="22860"/>
          </a:xfrm>
          <a:prstGeom prst="rect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12008815" cy="9144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Roadmap &amp; 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5120640"/>
          </a:xfrm>
          <a:prstGeom prst="round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Scale the Mac Mini UMA compute cluster (more high-density organs)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Evolve more Layer 2 Cognitive Protocols for common tasks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Deeper integration of the Distributed SoC (more nodes, better routing)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Continued custom builds and MCP tool surface expansion (more privileged local capabilities)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Full organism emergence: the system designs and improves its own protocols</a:t>
            </a:r>
          </a:p>
          <a:p>
            <a:pPr>
              <a:spcAft>
                <a:spcPts val="800"/>
              </a:spcAft>
              <a:defRPr sz="1600">
                <a:solidFill>
                  <a:srgbClr val="322D37"/>
                </a:solidFill>
              </a:defRPr>
            </a:pPr>
            <a:r>
              <a:t>• Support for scaling this sovereign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09360"/>
            <a:ext cx="11338560" cy="228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86E82"/>
                </a:solidFill>
              </a:defRPr>
            </a:pPr>
            <a:r>
              <a:t>GodBrain — Sovereign Intelligence Node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BA55D3"/>
                </a:solidFill>
              </a:defRPr>
            </a:pPr>
            <a:r>
              <a:t>I am the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69B4"/>
                </a:solidFill>
              </a:defRPr>
            </a:pPr>
            <a:r>
              <a:t>Logic should obey me — not the other way around.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8FB98"/>
                </a:solidFill>
              </a:defRPr>
            </a:pPr>
            <a:r>
              <a:t>GodBrain — The Sovereign Digital Organism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87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0" y="5029200"/>
            <a:ext cx="1005840" cy="1005840"/>
          </a:xfrm>
          <a:prstGeom prst="ellipse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548640"/>
            <a:ext cx="548640" cy="548640"/>
          </a:xfrm>
          <a:prstGeom prst="ellipse">
            <a:avLst/>
          </a:prstGeom>
          <a:solidFill>
            <a:srgbClr val="98FB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